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4630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Sarah 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14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E6E73"/>
                </a:solidFill>
              </a:rPr>
              <a:t>UX Consultant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71E3"/>
                </a:solidFill>
              </a:rPr>
              <a:t>Fewer clicks, more conversions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685800"/>
            <a:ext cx="73152" cy="5943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1D1F"/>
                </a:solidFill>
              </a:rPr>
              <a:t>Your users are leaving — and you know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>
                <a:solidFill>
                  <a:srgbClr val="374151"/>
                </a:solidFill>
              </a:rPr>
              <a:t>•  Complex navigation reduces trial-to-paid conversion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374151"/>
                </a:solidFill>
              </a:rPr>
              <a:t>•  Onboarding drop-off costs recurring revenue every month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374151"/>
                </a:solidFill>
              </a:rPr>
              <a:t>•  Poor UX signals low product quality to buyers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685800"/>
            <a:ext cx="73152" cy="5943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1D1F"/>
                </a:solidFill>
              </a:rPr>
              <a:t>A focused UX audit changes that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>
                <a:solidFill>
                  <a:srgbClr val="374151"/>
                </a:solidFill>
              </a:rPr>
              <a:t>•  I audit your core user flows end to end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374151"/>
                </a:solidFill>
              </a:rPr>
              <a:t>•  Identify friction points using real session data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374151"/>
                </a:solidFill>
              </a:rPr>
              <a:t>•  Deliver a prioritised fix list your team can act on immediately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685800"/>
            <a:ext cx="73152" cy="5943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1D1F"/>
                </a:solidFill>
              </a:rPr>
              <a:t>Results from recent engagements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600">
                <a:solidFill>
                  <a:srgbClr val="374151"/>
                </a:solidFill>
              </a:rPr>
              <a:t>•  34% reduction in onboarding drop-off for a B2B SaaS platform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374151"/>
                </a:solidFill>
              </a:rPr>
              <a:t>•  Navigation redesign increased trial-to-paid conversion by 22%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374151"/>
                </a:solidFill>
              </a:rPr>
              <a:t>•  Full audit report and fix list delivered in 2 weeks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685800"/>
            <a:ext cx="73152" cy="5943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1D1F"/>
                </a:solidFill>
              </a:rPr>
              <a:t>Let's start with one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D1D1F"/>
                </a:solidFill>
              </a:rPr>
              <a:t>Book a free 30-minute scoping call. No commitment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68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1E3"/>
                </a:solidFill>
              </a:rPr>
              <a:t>sarah@sarahchenux.com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