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Sarah 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6E6E73"/>
                </a:solidFill>
              </a:rPr>
              <a:t>UX Consultant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1">
                <a:solidFill>
                  <a:srgbClr val="0071E3"/>
                </a:solidFill>
              </a:rPr>
              <a:t>Fewer clicks, more conversions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